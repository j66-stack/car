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5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8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/>
          <p:nvPr>
            <p:ph sz="quarter" idx="13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玩物涨智</cp:lastModifiedBy>
  <cp:revision>155</cp:revision>
  <dcterms:created xsi:type="dcterms:W3CDTF">2019-06-19T02:08:00Z</dcterms:created>
  <dcterms:modified xsi:type="dcterms:W3CDTF">2026-07-25T15:40:14Z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2714BC2042754196817988410A36725A</vt:lpwstr>
  </property>
</Properties>
</file>